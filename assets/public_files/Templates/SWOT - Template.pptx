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45DB1-0567-4F49-9DD2-9CA9013129A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1CCCD-CF7D-4A05-90B5-D2694A7BA5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191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52F5-EF3E-1FE4-9717-F5CC9ACA2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5B87-E176-A734-4A28-2E69562FB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1C353-1E84-5DB9-A923-B80849B2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EA42-13ED-CCB2-4E90-36607A95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39B8-05BE-F03A-E9DC-97AE2A8E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29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60AE-1C7B-9F49-5B25-835E74A3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8123-2679-2B7E-F448-FE8F6F787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7683-7E40-4C7B-C24E-B32FC1C3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54FE-2D51-A8C0-2934-0CC882E0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7B857-678F-27BF-7A75-55E99565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04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DAE6-7F00-9AF3-AEEE-006F515F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55383-7BE9-C819-F88D-45F8E8AF1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22CD-75C8-7332-7BA8-4FEF70E3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FBD1-3190-08D6-BBAD-2DD9A2104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6DB31-61A0-9C8F-296F-96ED0486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4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2A96-8DA5-08F6-1415-A70B7028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5ED6-0B03-B9AA-007C-97EC3A3F4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7E52-1842-993B-9550-B7ABC5E9F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F16BD-20B5-2226-3294-81DA3159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CD7A7-6B39-11C5-B6E2-25C6F08D7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7A31F-E15B-F7C3-1650-84A211EE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53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08E5-60FB-2BA5-9193-44AEACC8E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44B79-7028-41CF-30E3-7BB65995C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C4E79-51D1-9DC5-57C7-9DF2E26D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F785FA-1FC3-098F-130B-70A407D3B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79EB3-3536-F8F3-72C8-BDAAC349C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B434DC-AE57-5ECC-D312-06195CFD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2F7B2-632C-E2A5-6556-B6EB1628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E4675-111B-7177-2BBA-77BAA839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47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F3A9-D18E-FD36-8D90-622EAA54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B6BAD-2104-29F7-FA53-A10210FF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F207F-755B-8F02-4F77-60F998A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F2723-323C-89FF-362B-0E6E89BB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00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12FEB-44DB-0079-18DE-44D5C797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00B17-3070-5C95-9269-20CEDC86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B1162-B403-A6DB-94D2-3DFF80FA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12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2D83-FBA3-D903-7B52-CA87E42C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6335-629E-8EB5-9597-9A732917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1660A-89B5-1536-C454-3FAE144B5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B3B75-1AE8-9345-9D31-E2DEF6AB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3DF97-6E43-7AF4-024B-9C1BC6A9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A8AAA-9F70-3CE2-5EB9-AEA30072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27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7494-68FD-81A4-6E41-DD6EAFEC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32403-3A5A-D27F-7526-2E3308BFD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BE1E1-3C42-9E07-9C7F-125B6615A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022F3-DA3F-C8BB-4BF2-E5C51327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0A702-5C75-1D96-0D03-286DB5F6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3DB57-C27B-C9CE-5396-A7F0A877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23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3136-CB93-4C32-17A2-624F88EE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873B-CAA4-1C83-43AD-4A1851E74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600F0-9811-FCAB-DFB1-36CC5A75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CE544-4124-F4F4-3E5E-1B91E54C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492B4-DED5-F3A3-F77D-DC90685E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18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ECD9E-E63F-A6CB-AB7C-3DCD4DF90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26411-CF00-4FA3-7B4B-26A924B9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DF560-C3B1-2981-C3CA-B74A5024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531B-E66F-2761-9819-8C03545A5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44242-40E2-BD5B-4186-9EA873C0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83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393CF-9D0D-E61E-7A6A-EFB5C3788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26FE8-7EBB-9DF8-F600-310183488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F0589-E131-22E8-9C5C-5F69450D3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9FF5-F013-4C51-976E-ED87ACB0FD2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7FDAD-AA5B-5A1E-AD43-C5C2AF112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BC43F-DCA9-CC0D-ADFA-DBDA49BAD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2EBDB-FDC7-4AAA-BC6C-7E53BB9780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880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F6DB5C-7F71-017E-7F5B-AE26A0408CD3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Strengths</a:t>
            </a:r>
          </a:p>
          <a:p>
            <a:r>
              <a:rPr lang="en-GB" noProof="0" dirty="0"/>
              <a:t>…………………………………………….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6D82A-4ABF-8FCA-0579-61503CB4E7C6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Weaknesses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  <a:p>
            <a:endParaRPr lang="en-GB" sz="2400" b="1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D5B8F-AB55-E4D0-F90C-6F200800F16E}"/>
              </a:ext>
            </a:extLst>
          </p:cNvPr>
          <p:cNvSpPr/>
          <p:nvPr/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Opportunities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61E88-59CB-1D37-5A04-28D54DBBD5DA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400" b="1" noProof="0" dirty="0"/>
              <a:t>Threats</a:t>
            </a:r>
            <a:br>
              <a:rPr lang="en-GB" sz="2400" b="1" noProof="0" dirty="0"/>
            </a:br>
            <a:r>
              <a:rPr lang="en-GB" noProof="0" dirty="0"/>
              <a:t>…………………………………………….</a:t>
            </a:r>
          </a:p>
          <a:p>
            <a:endParaRPr lang="en-GB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385677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Henning</dc:creator>
  <cp:lastModifiedBy>Phil Henning</cp:lastModifiedBy>
  <cp:revision>2</cp:revision>
  <dcterms:created xsi:type="dcterms:W3CDTF">2026-03-16T17:30:13Z</dcterms:created>
  <dcterms:modified xsi:type="dcterms:W3CDTF">2026-03-16T18:35:04Z</dcterms:modified>
</cp:coreProperties>
</file>