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8645B-3183-4778-90F9-567FE501A9E1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B04F7-5B82-4A7B-9361-DF45D7F1B3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87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DD2D3-5778-49C0-9187-F1569CF870C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5A04-C7E1-414D-481A-1540EA16C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C571E-E2FC-5078-F02A-0037CB146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6427-F691-64B3-79DC-E3E2F002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F85F-389E-E560-FB89-B183F281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CB64C-B90B-7986-EB66-F5A38B3F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57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18CE-A816-004E-A77F-E96E98E1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FD9C-FC67-8F48-1932-8BE26AAF0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C6D02-849E-C7CE-75E6-31EE8B55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9C71-6DE8-7F97-F6E0-F8751774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EBC15-7A9B-4F65-55E7-7421104B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6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FA08-A641-857A-D2FA-8D0863B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36DEB-6DA9-8E6D-4F4F-BDFCF36C5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47FC2-A8A7-D644-C00A-450D61DA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A3E0B-A4B6-5AE1-F0DA-666705DE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DE584-CB24-EA16-99A4-627DF476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99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8C2A-899F-CEF8-419C-CCA26AC2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9E87-15B1-56E9-13E0-7D9DFE53B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56D48-88E7-4B15-BB74-39C751DCA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8DAD5-62FE-A48D-B0F0-C6D579E8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CF1C3-78BA-DDA3-CC99-828C42FC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979-7BEF-DE8D-3625-C424F0F2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B5FC-C3F2-AD8A-2708-3E6C9DEB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2220E-6EF8-DFA1-25C0-41734C43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321D-7D3F-DC7C-39E7-6F329A934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429E1-3E6D-3E38-F4A0-55BCC385D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35044-1341-30BC-6067-ECF0F11D6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E6C11-D596-974B-1838-6D38C28F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885AA-2B51-5D32-841A-B2E121BB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55C0A-73BD-4DAB-35B4-0A3D2B77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27490-FE13-37F3-75C0-36D7C4E4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AF908-3835-ACF5-9303-69270019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9EA26-7A2A-465D-585D-4969D5E0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282EB-6640-7645-F886-CE68D78F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41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0B2938-22E1-5F8D-7242-81F74516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281D4-8A1D-67FA-66AE-A5705625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1869C-E77C-B9B3-A143-C9839D0B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60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3D92E-D3D1-E839-FF82-E9D5E69F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980B-F779-491D-0B63-14A10D645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472CC-8EEF-05D6-FF7C-E912AB06F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CAE24-F91E-326A-5F9F-FD52FC1A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F7FE-060C-3192-F101-0C05C4CF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A615E-65FC-CC34-F16B-7606B14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24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07C8-F62B-4214-E639-BA542511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A8DC6-36F9-7E90-4330-85D3D8F1B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82A0F-95D2-6E7D-5141-046E7A9CE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9F087-3F3A-95C0-829A-FCCB0121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03A5A-AF32-6C16-D46D-882D9763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BCDC8-B12F-AE28-96D7-64FE0E3C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0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69DD8-F573-DF04-AE45-0F95C214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82567-589B-D00E-2794-6B3806C99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96393-E4C1-2238-A8CC-A58C5DA8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857D-3764-7DF4-A96E-CB07609D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8D70D-2F11-6791-99D4-9463E244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2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9343C2-7DE4-A43B-C81E-4D9155318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D6535-2A47-EF50-2E11-F68139E8E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B2A2E-4194-0589-CC08-F8794D3D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2B6D-1608-A994-3784-18EB2FF3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5191-E9D2-C791-01D7-67ECC721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29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D49FE-DF07-B5B3-E918-ABA4BA38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A7025-2790-CD55-B642-52A9B4DEA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FE166-E153-0A47-E74C-EB1E1BCBB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4D659-FF37-40C0-81C7-51B3CDF63DF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90772-0C15-E8BA-2A6E-9B9A3B035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E73-4290-4D1E-E642-4317A90E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BB970-EF99-4B16-8FA5-F255DADE3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34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681751DF-CFC4-F53B-E5C7-455597AA9971}"/>
              </a:ext>
            </a:extLst>
          </p:cNvPr>
          <p:cNvGrpSpPr/>
          <p:nvPr/>
        </p:nvGrpSpPr>
        <p:grpSpPr>
          <a:xfrm>
            <a:off x="50951" y="47719"/>
            <a:ext cx="1966385" cy="4298621"/>
            <a:chOff x="0" y="-1"/>
            <a:chExt cx="1954986" cy="434575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4351F0-359F-F480-B460-55A10487169E}"/>
                </a:ext>
              </a:extLst>
            </p:cNvPr>
            <p:cNvSpPr/>
            <p:nvPr/>
          </p:nvSpPr>
          <p:spPr>
            <a:xfrm>
              <a:off x="0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Partners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1777BF-6567-8572-B6E9-D19EA8623ACB}"/>
                </a:ext>
              </a:extLst>
            </p:cNvPr>
            <p:cNvSpPr txBox="1"/>
            <p:nvPr/>
          </p:nvSpPr>
          <p:spPr>
            <a:xfrm>
              <a:off x="0" y="527901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A570748-B66E-D918-9769-B4DC9F06B155}"/>
              </a:ext>
            </a:extLst>
          </p:cNvPr>
          <p:cNvGrpSpPr/>
          <p:nvPr/>
        </p:nvGrpSpPr>
        <p:grpSpPr>
          <a:xfrm>
            <a:off x="2062669" y="47135"/>
            <a:ext cx="1980022" cy="4298621"/>
            <a:chOff x="2033846" y="-1"/>
            <a:chExt cx="1968543" cy="43457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351775-2D4F-1DBC-A794-490A12102987}"/>
                </a:ext>
              </a:extLst>
            </p:cNvPr>
            <p:cNvSpPr/>
            <p:nvPr/>
          </p:nvSpPr>
          <p:spPr>
            <a:xfrm>
              <a:off x="2047403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C01E8B-1449-92E7-A60C-723962F4BC6A}"/>
                </a:ext>
              </a:extLst>
            </p:cNvPr>
            <p:cNvSpPr txBox="1"/>
            <p:nvPr/>
          </p:nvSpPr>
          <p:spPr>
            <a:xfrm>
              <a:off x="2033846" y="527901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D83995-9199-3BC2-2E68-103B6374E59B}"/>
              </a:ext>
            </a:extLst>
          </p:cNvPr>
          <p:cNvGrpSpPr/>
          <p:nvPr/>
        </p:nvGrpSpPr>
        <p:grpSpPr>
          <a:xfrm>
            <a:off x="6099745" y="47135"/>
            <a:ext cx="1966387" cy="4298621"/>
            <a:chOff x="6142208" y="-1"/>
            <a:chExt cx="1954987" cy="434575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515EB41-1BB2-9AE9-9BEF-7314B9CE3486}"/>
                </a:ext>
              </a:extLst>
            </p:cNvPr>
            <p:cNvSpPr/>
            <p:nvPr/>
          </p:nvSpPr>
          <p:spPr>
            <a:xfrm>
              <a:off x="6142209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Customer Relationships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D3D1A3-86FE-EA27-97D8-83E16348F064}"/>
                </a:ext>
              </a:extLst>
            </p:cNvPr>
            <p:cNvSpPr txBox="1"/>
            <p:nvPr/>
          </p:nvSpPr>
          <p:spPr>
            <a:xfrm>
              <a:off x="6142208" y="812692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60EA82-30BF-B7AA-FC92-72D55D75F3B9}"/>
              </a:ext>
            </a:extLst>
          </p:cNvPr>
          <p:cNvGrpSpPr/>
          <p:nvPr/>
        </p:nvGrpSpPr>
        <p:grpSpPr>
          <a:xfrm>
            <a:off x="10136821" y="47135"/>
            <a:ext cx="1966385" cy="4298621"/>
            <a:chOff x="10237014" y="-1"/>
            <a:chExt cx="1954986" cy="434575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F505E15-00FF-1ED8-22F6-10E05B62E18F}"/>
                </a:ext>
              </a:extLst>
            </p:cNvPr>
            <p:cNvSpPr/>
            <p:nvPr/>
          </p:nvSpPr>
          <p:spPr>
            <a:xfrm>
              <a:off x="10237014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Channels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AFDF26-0E62-B4E9-E35C-131DD2B0F1D7}"/>
                </a:ext>
              </a:extLst>
            </p:cNvPr>
            <p:cNvSpPr txBox="1"/>
            <p:nvPr/>
          </p:nvSpPr>
          <p:spPr>
            <a:xfrm>
              <a:off x="10237015" y="527901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AE40A9B-79BB-49B1-E732-50EFFA9DFB0C}"/>
              </a:ext>
            </a:extLst>
          </p:cNvPr>
          <p:cNvGrpSpPr/>
          <p:nvPr/>
        </p:nvGrpSpPr>
        <p:grpSpPr>
          <a:xfrm>
            <a:off x="46772" y="4411741"/>
            <a:ext cx="3981415" cy="2399123"/>
            <a:chOff x="103695" y="4411741"/>
            <a:chExt cx="3923923" cy="239912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99F42D7-A8D8-C701-7938-47D6EA488818}"/>
                </a:ext>
              </a:extLst>
            </p:cNvPr>
            <p:cNvSpPr/>
            <p:nvPr/>
          </p:nvSpPr>
          <p:spPr>
            <a:xfrm>
              <a:off x="103695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Costs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65CEAA-8536-815C-D40D-DE6AFD570774}"/>
                </a:ext>
              </a:extLst>
            </p:cNvPr>
            <p:cNvSpPr txBox="1"/>
            <p:nvPr/>
          </p:nvSpPr>
          <p:spPr>
            <a:xfrm>
              <a:off x="103695" y="4911367"/>
              <a:ext cx="388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80E8E0-0A42-8EBA-EF82-30CFF39A261B}"/>
              </a:ext>
            </a:extLst>
          </p:cNvPr>
          <p:cNvGrpSpPr/>
          <p:nvPr/>
        </p:nvGrpSpPr>
        <p:grpSpPr>
          <a:xfrm>
            <a:off x="4079119" y="4411741"/>
            <a:ext cx="3981415" cy="2399123"/>
            <a:chOff x="4159714" y="4411741"/>
            <a:chExt cx="3923923" cy="2399123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D3081CF-75F2-1908-B320-69B87285B309}"/>
                </a:ext>
              </a:extLst>
            </p:cNvPr>
            <p:cNvSpPr/>
            <p:nvPr/>
          </p:nvSpPr>
          <p:spPr>
            <a:xfrm>
              <a:off x="4159714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Revenue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E7AB35-90BA-AA99-C28F-50682F55E887}"/>
                </a:ext>
              </a:extLst>
            </p:cNvPr>
            <p:cNvSpPr txBox="1"/>
            <p:nvPr/>
          </p:nvSpPr>
          <p:spPr>
            <a:xfrm>
              <a:off x="4178786" y="4911365"/>
              <a:ext cx="388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F99E8A1-09A8-D2D6-9351-709D1E13CE8E}"/>
              </a:ext>
            </a:extLst>
          </p:cNvPr>
          <p:cNvGrpSpPr/>
          <p:nvPr/>
        </p:nvGrpSpPr>
        <p:grpSpPr>
          <a:xfrm>
            <a:off x="8111465" y="4411741"/>
            <a:ext cx="4002070" cy="2399123"/>
            <a:chOff x="8169255" y="4411741"/>
            <a:chExt cx="3944280" cy="239912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73882E-3554-908D-FC0E-261D0B0E8EDA}"/>
                </a:ext>
              </a:extLst>
            </p:cNvPr>
            <p:cNvSpPr/>
            <p:nvPr/>
          </p:nvSpPr>
          <p:spPr>
            <a:xfrm>
              <a:off x="8189612" y="4411741"/>
              <a:ext cx="3923923" cy="23991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Resources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8088F3B-E21B-3FC8-8FAB-A2F96DC763F3}"/>
                </a:ext>
              </a:extLst>
            </p:cNvPr>
            <p:cNvSpPr txBox="1"/>
            <p:nvPr/>
          </p:nvSpPr>
          <p:spPr>
            <a:xfrm>
              <a:off x="8169255" y="4911365"/>
              <a:ext cx="388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D8128FD-B3FA-CEB6-A352-31CFDB89006B}"/>
              </a:ext>
            </a:extLst>
          </p:cNvPr>
          <p:cNvGrpSpPr/>
          <p:nvPr/>
        </p:nvGrpSpPr>
        <p:grpSpPr>
          <a:xfrm>
            <a:off x="8111465" y="47135"/>
            <a:ext cx="1980021" cy="4298621"/>
            <a:chOff x="8189612" y="-1"/>
            <a:chExt cx="1968542" cy="43457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916CBF9-093C-C403-CC2E-DDEB3AFBA1F7}"/>
                </a:ext>
              </a:extLst>
            </p:cNvPr>
            <p:cNvSpPr/>
            <p:nvPr/>
          </p:nvSpPr>
          <p:spPr>
            <a:xfrm>
              <a:off x="8189612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Key Activities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DBF83E-632B-6DA2-55F5-3BDCCE9F90C0}"/>
                </a:ext>
              </a:extLst>
            </p:cNvPr>
            <p:cNvSpPr txBox="1"/>
            <p:nvPr/>
          </p:nvSpPr>
          <p:spPr>
            <a:xfrm>
              <a:off x="8203169" y="515474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3FA6F1-09DD-E83A-B4E3-AA0D87638F76}"/>
              </a:ext>
            </a:extLst>
          </p:cNvPr>
          <p:cNvGrpSpPr/>
          <p:nvPr/>
        </p:nvGrpSpPr>
        <p:grpSpPr>
          <a:xfrm>
            <a:off x="4088024" y="47135"/>
            <a:ext cx="1966388" cy="4298621"/>
            <a:chOff x="4094804" y="-1"/>
            <a:chExt cx="1954988" cy="43457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5A85D6C-78B0-1FDB-B906-EF73FA778A72}"/>
                </a:ext>
              </a:extLst>
            </p:cNvPr>
            <p:cNvSpPr/>
            <p:nvPr/>
          </p:nvSpPr>
          <p:spPr>
            <a:xfrm>
              <a:off x="4094806" y="-1"/>
              <a:ext cx="1954986" cy="434575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noProof="0" dirty="0">
                  <a:solidFill>
                    <a:schemeClr val="tx1"/>
                  </a:solidFill>
                </a:rPr>
                <a:t>Value Proposition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6F2EE1-0FE3-8970-BBEA-699204288558}"/>
                </a:ext>
              </a:extLst>
            </p:cNvPr>
            <p:cNvSpPr txBox="1"/>
            <p:nvPr/>
          </p:nvSpPr>
          <p:spPr>
            <a:xfrm>
              <a:off x="4094804" y="730917"/>
              <a:ext cx="1954985" cy="311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1400" noProof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03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2</cp:revision>
  <dcterms:created xsi:type="dcterms:W3CDTF">2026-03-16T17:24:58Z</dcterms:created>
  <dcterms:modified xsi:type="dcterms:W3CDTF">2026-03-16T18:34:18Z</dcterms:modified>
</cp:coreProperties>
</file>