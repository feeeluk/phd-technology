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8645B-3183-4778-90F9-567FE501A9E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B04F7-5B82-4A7B-9361-DF45D7F1B3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87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v02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DD2D3-5778-49C0-9187-F1569CF870C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597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DD2D3-5778-49C0-9187-F1569CF870C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597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05A04-C7E1-414D-481A-1540EA16C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C571E-E2FC-5078-F02A-0037CB146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6427-F691-64B3-79DC-E3E2F0022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5F85F-389E-E560-FB89-B183F281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CB64C-B90B-7986-EB66-F5A38B3F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57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18CE-A816-004E-A77F-E96E98E1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6FD9C-FC67-8F48-1932-8BE26AAF0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C6D02-849E-C7CE-75E6-31EE8B557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B9C71-6DE8-7F97-F6E0-F8751774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EBC15-7A9B-4F65-55E7-7421104B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6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DFA08-A641-857A-D2FA-8D0863BD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36DEB-6DA9-8E6D-4F4F-BDFCF36C5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47FC2-A8A7-D644-C00A-450D61DA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A3E0B-A4B6-5AE1-F0DA-666705DE6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DE584-CB24-EA16-99A4-627DF476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991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E8C2A-899F-CEF8-419C-CCA26AC2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B9E87-15B1-56E9-13E0-7D9DFE53B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56D48-88E7-4B15-BB74-39C751DCA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8DAD5-62FE-A48D-B0F0-C6D579E8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CF1C3-78BA-DDA3-CC99-828C42FC6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6A979-7BEF-DE8D-3625-C424F0F2D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7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2B5FC-C3F2-AD8A-2708-3E6C9DEB4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2220E-6EF8-DFA1-25C0-41734C43F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2321D-7D3F-DC7C-39E7-6F329A934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429E1-3E6D-3E38-F4A0-55BCC385D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835044-1341-30BC-6067-ECF0F11D6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4E6C11-D596-974B-1838-6D38C28F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1885AA-2B51-5D32-841A-B2E121BB5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55C0A-73BD-4DAB-35B4-0A3D2B77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5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27490-FE13-37F3-75C0-36D7C4E40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AF908-3835-ACF5-9303-69270019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9EA26-7A2A-465D-585D-4969D5E0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282EB-6640-7645-F886-CE68D78F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416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0B2938-22E1-5F8D-7242-81F745167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7281D4-8A1D-67FA-66AE-A5705625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1869C-E77C-B9B3-A143-C9839D0B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60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D92E-D3D1-E839-FF82-E9D5E69F4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A980B-F779-491D-0B63-14A10D645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472CC-8EEF-05D6-FF7C-E912AB06F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CAE24-F91E-326A-5F9F-FD52FC1AF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6F7FE-060C-3192-F101-0C05C4CF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A615E-65FC-CC34-F16B-7606B14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24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07C8-F62B-4214-E639-BA542511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CA8DC6-36F9-7E90-4330-85D3D8F1B2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82A0F-95D2-6E7D-5141-046E7A9CE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9F087-3F3A-95C0-829A-FCCB01213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03A5A-AF32-6C16-D46D-882D9763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BCDC8-B12F-AE28-96D7-64FE0E3C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30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69DD8-F573-DF04-AE45-0F95C214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82567-589B-D00E-2794-6B3806C99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96393-E4C1-2238-A8CC-A58C5DA8F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B857D-3764-7DF4-A96E-CB07609D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8D70D-2F11-6791-99D4-9463E244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2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9343C2-7DE4-A43B-C81E-4D9155318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D6535-2A47-EF50-2E11-F68139E8E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B2A2E-4194-0589-CC08-F8794D3D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02B6D-1608-A994-3784-18EB2FF3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25191-E9D2-C791-01D7-67ECC721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292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D49FE-DF07-B5B3-E918-ABA4BA38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A7025-2790-CD55-B642-52A9B4DEA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FE166-E153-0A47-E74C-EB1E1BCBB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4D659-FF37-40C0-81C7-51B3CDF63D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90772-0C15-E8BA-2A6E-9B9A3B035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3AE73-4290-4D1E-E642-4317A90E8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340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681751DF-CFC4-F53B-E5C7-455597AA9971}"/>
              </a:ext>
            </a:extLst>
          </p:cNvPr>
          <p:cNvGrpSpPr/>
          <p:nvPr/>
        </p:nvGrpSpPr>
        <p:grpSpPr>
          <a:xfrm>
            <a:off x="50951" y="47719"/>
            <a:ext cx="1966385" cy="4298621"/>
            <a:chOff x="0" y="-1"/>
            <a:chExt cx="1954986" cy="434575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A4351F0-359F-F480-B460-55A10487169E}"/>
                </a:ext>
              </a:extLst>
            </p:cNvPr>
            <p:cNvSpPr/>
            <p:nvPr/>
          </p:nvSpPr>
          <p:spPr>
            <a:xfrm>
              <a:off x="0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Partners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1777BF-6567-8572-B6E9-D19EA8623ACB}"/>
                </a:ext>
              </a:extLst>
            </p:cNvPr>
            <p:cNvSpPr txBox="1"/>
            <p:nvPr/>
          </p:nvSpPr>
          <p:spPr>
            <a:xfrm>
              <a:off x="0" y="527901"/>
              <a:ext cx="1954985" cy="746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246 Photography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Keytree</a:t>
              </a: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Solutions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F90 (Pete)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A570748-B66E-D918-9769-B4DC9F06B155}"/>
              </a:ext>
            </a:extLst>
          </p:cNvPr>
          <p:cNvGrpSpPr/>
          <p:nvPr/>
        </p:nvGrpSpPr>
        <p:grpSpPr>
          <a:xfrm>
            <a:off x="2062669" y="47135"/>
            <a:ext cx="1980022" cy="4298621"/>
            <a:chOff x="2033846" y="-1"/>
            <a:chExt cx="1968543" cy="434575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5351775-2D4F-1DBC-A794-490A12102987}"/>
                </a:ext>
              </a:extLst>
            </p:cNvPr>
            <p:cNvSpPr/>
            <p:nvPr/>
          </p:nvSpPr>
          <p:spPr>
            <a:xfrm>
              <a:off x="2047403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Customers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C01E8B-1449-92E7-A60C-723962F4BC6A}"/>
                </a:ext>
              </a:extLst>
            </p:cNvPr>
            <p:cNvSpPr txBox="1"/>
            <p:nvPr/>
          </p:nvSpPr>
          <p:spPr>
            <a:xfrm>
              <a:off x="2033846" y="527901"/>
              <a:ext cx="1954985" cy="227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Typically small to medium sized, physical and online enterprises. Any business interested in exploring the use of technology (from large digital transformations to small / tentative first steps)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5D83995-9199-3BC2-2E68-103B6374E59B}"/>
              </a:ext>
            </a:extLst>
          </p:cNvPr>
          <p:cNvGrpSpPr/>
          <p:nvPr/>
        </p:nvGrpSpPr>
        <p:grpSpPr>
          <a:xfrm>
            <a:off x="6099745" y="47135"/>
            <a:ext cx="1966387" cy="4298621"/>
            <a:chOff x="6142208" y="-1"/>
            <a:chExt cx="1954987" cy="434575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515EB41-1BB2-9AE9-9BEF-7314B9CE3486}"/>
                </a:ext>
              </a:extLst>
            </p:cNvPr>
            <p:cNvSpPr/>
            <p:nvPr/>
          </p:nvSpPr>
          <p:spPr>
            <a:xfrm>
              <a:off x="6142209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Customer Relationships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D3D1A3-86FE-EA27-97D8-83E16348F064}"/>
                </a:ext>
              </a:extLst>
            </p:cNvPr>
            <p:cNvSpPr txBox="1"/>
            <p:nvPr/>
          </p:nvSpPr>
          <p:spPr>
            <a:xfrm>
              <a:off x="6142208" y="812692"/>
              <a:ext cx="1954985" cy="2707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Collaborative / consultative - aim to be an extension of customers own business. Whether that is advising on a 3rd party project, or building an entirely new product, the aim is to help our customers achieve their goals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560EA82-30BF-B7AA-FC92-72D55D75F3B9}"/>
              </a:ext>
            </a:extLst>
          </p:cNvPr>
          <p:cNvGrpSpPr/>
          <p:nvPr/>
        </p:nvGrpSpPr>
        <p:grpSpPr>
          <a:xfrm>
            <a:off x="10136821" y="47135"/>
            <a:ext cx="1966385" cy="4298621"/>
            <a:chOff x="10237014" y="-1"/>
            <a:chExt cx="1954986" cy="4345757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F505E15-00FF-1ED8-22F6-10E05B62E18F}"/>
                </a:ext>
              </a:extLst>
            </p:cNvPr>
            <p:cNvSpPr/>
            <p:nvPr/>
          </p:nvSpPr>
          <p:spPr>
            <a:xfrm>
              <a:off x="10237014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Channels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5AFDF26-0E62-B4E9-E35C-131DD2B0F1D7}"/>
                </a:ext>
              </a:extLst>
            </p:cNvPr>
            <p:cNvSpPr txBox="1"/>
            <p:nvPr/>
          </p:nvSpPr>
          <p:spPr>
            <a:xfrm>
              <a:off x="10237015" y="527901"/>
              <a:ext cx="1954985" cy="2707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Referrals / word of mouth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Networking </a:t>
              </a:r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Speculative canvasing</a:t>
              </a:r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Counter proposals to inbound advertising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LinkedIn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Facebook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AE40A9B-79BB-49B1-E732-50EFFA9DFB0C}"/>
              </a:ext>
            </a:extLst>
          </p:cNvPr>
          <p:cNvGrpSpPr/>
          <p:nvPr/>
        </p:nvGrpSpPr>
        <p:grpSpPr>
          <a:xfrm>
            <a:off x="46772" y="4411741"/>
            <a:ext cx="3981415" cy="2399123"/>
            <a:chOff x="103695" y="4411741"/>
            <a:chExt cx="3923923" cy="239912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99F42D7-A8D8-C701-7938-47D6EA488818}"/>
                </a:ext>
              </a:extLst>
            </p:cNvPr>
            <p:cNvSpPr/>
            <p:nvPr/>
          </p:nvSpPr>
          <p:spPr>
            <a:xfrm>
              <a:off x="103695" y="4411741"/>
              <a:ext cx="3923923" cy="239912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Costs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65CEAA-8536-815C-D40D-DE6AFD570774}"/>
                </a:ext>
              </a:extLst>
            </p:cNvPr>
            <p:cNvSpPr txBox="1"/>
            <p:nvPr/>
          </p:nvSpPr>
          <p:spPr>
            <a:xfrm>
              <a:off x="103695" y="4911367"/>
              <a:ext cx="3885135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Office running costs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Advertising / Marketing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Personal development / training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Travel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Software tools / licensing costs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Insurance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Website domain registration and hosting </a:t>
              </a:r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C80E8E0-0A42-8EBA-EF82-30CFF39A261B}"/>
              </a:ext>
            </a:extLst>
          </p:cNvPr>
          <p:cNvGrpSpPr/>
          <p:nvPr/>
        </p:nvGrpSpPr>
        <p:grpSpPr>
          <a:xfrm>
            <a:off x="4079119" y="4411741"/>
            <a:ext cx="3981415" cy="2399123"/>
            <a:chOff x="4159714" y="4411741"/>
            <a:chExt cx="3923923" cy="239912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D3081CF-75F2-1908-B320-69B87285B309}"/>
                </a:ext>
              </a:extLst>
            </p:cNvPr>
            <p:cNvSpPr/>
            <p:nvPr/>
          </p:nvSpPr>
          <p:spPr>
            <a:xfrm>
              <a:off x="4159714" y="4411741"/>
              <a:ext cx="3923923" cy="239912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Revenue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9E7AB35-90BA-AA99-C28F-50682F55E887}"/>
                </a:ext>
              </a:extLst>
            </p:cNvPr>
            <p:cNvSpPr txBox="1"/>
            <p:nvPr/>
          </p:nvSpPr>
          <p:spPr>
            <a:xfrm>
              <a:off x="4178786" y="4911365"/>
              <a:ext cx="388513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Sales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Continued Universal Credit support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Grants / other funding? (need to investigate)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F99E8A1-09A8-D2D6-9351-709D1E13CE8E}"/>
              </a:ext>
            </a:extLst>
          </p:cNvPr>
          <p:cNvGrpSpPr/>
          <p:nvPr/>
        </p:nvGrpSpPr>
        <p:grpSpPr>
          <a:xfrm>
            <a:off x="8111465" y="4411741"/>
            <a:ext cx="4002070" cy="2399123"/>
            <a:chOff x="8169255" y="4411741"/>
            <a:chExt cx="3944280" cy="239912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073882E-3554-908D-FC0E-261D0B0E8EDA}"/>
                </a:ext>
              </a:extLst>
            </p:cNvPr>
            <p:cNvSpPr/>
            <p:nvPr/>
          </p:nvSpPr>
          <p:spPr>
            <a:xfrm>
              <a:off x="8189612" y="4411741"/>
              <a:ext cx="3923923" cy="239912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Resources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8088F3B-E21B-3FC8-8FAB-A2F96DC763F3}"/>
                </a:ext>
              </a:extLst>
            </p:cNvPr>
            <p:cNvSpPr txBox="1"/>
            <p:nvPr/>
          </p:nvSpPr>
          <p:spPr>
            <a:xfrm>
              <a:off x="8169255" y="4911365"/>
              <a:ext cx="388513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Office space (home)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Hardware (laptop, iPad, general desk setup)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Software (tools)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D8128FD-B3FA-CEB6-A352-31CFDB89006B}"/>
              </a:ext>
            </a:extLst>
          </p:cNvPr>
          <p:cNvGrpSpPr/>
          <p:nvPr/>
        </p:nvGrpSpPr>
        <p:grpSpPr>
          <a:xfrm>
            <a:off x="8111465" y="47135"/>
            <a:ext cx="1980021" cy="4298621"/>
            <a:chOff x="8189612" y="-1"/>
            <a:chExt cx="1968542" cy="434575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916CBF9-093C-C403-CC2E-DDEB3AFBA1F7}"/>
                </a:ext>
              </a:extLst>
            </p:cNvPr>
            <p:cNvSpPr/>
            <p:nvPr/>
          </p:nvSpPr>
          <p:spPr>
            <a:xfrm>
              <a:off x="8189612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Key Activities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CDBF83E-632B-6DA2-55F5-3BDCCE9F90C0}"/>
                </a:ext>
              </a:extLst>
            </p:cNvPr>
            <p:cNvSpPr txBox="1"/>
            <p:nvPr/>
          </p:nvSpPr>
          <p:spPr>
            <a:xfrm>
              <a:off x="8203169" y="515474"/>
              <a:ext cx="1954985" cy="3578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Project management (existing or new projects)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Business analysis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 services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Training &amp; skills development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Software development (web technologies / .NET technologies)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Proof Of Concept projects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 media &amp; marketing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C3FA6F1-09DD-E83A-B4E3-AA0D87638F76}"/>
              </a:ext>
            </a:extLst>
          </p:cNvPr>
          <p:cNvGrpSpPr/>
          <p:nvPr/>
        </p:nvGrpSpPr>
        <p:grpSpPr>
          <a:xfrm>
            <a:off x="4088024" y="47135"/>
            <a:ext cx="1966388" cy="4298621"/>
            <a:chOff x="4094804" y="-1"/>
            <a:chExt cx="1954988" cy="434575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5A85D6C-78B0-1FDB-B906-EF73FA778A72}"/>
                </a:ext>
              </a:extLst>
            </p:cNvPr>
            <p:cNvSpPr/>
            <p:nvPr/>
          </p:nvSpPr>
          <p:spPr>
            <a:xfrm>
              <a:off x="4094806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Value Proposition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16F2EE1-0FE3-8970-BBEA-699204288558}"/>
                </a:ext>
              </a:extLst>
            </p:cNvPr>
            <p:cNvSpPr txBox="1"/>
            <p:nvPr/>
          </p:nvSpPr>
          <p:spPr>
            <a:xfrm>
              <a:off x="4094804" y="730917"/>
              <a:ext cx="1954985" cy="2489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Solve business problems through the creation, use, or adaptation of technology solutions.</a:t>
              </a:r>
            </a:p>
            <a:p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Provide services of a ‘digital’ nature to business that lack the in-house skills / experience.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7764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681751DF-CFC4-F53B-E5C7-455597AA9971}"/>
              </a:ext>
            </a:extLst>
          </p:cNvPr>
          <p:cNvGrpSpPr/>
          <p:nvPr/>
        </p:nvGrpSpPr>
        <p:grpSpPr>
          <a:xfrm>
            <a:off x="50951" y="47719"/>
            <a:ext cx="1966385" cy="4298621"/>
            <a:chOff x="0" y="-1"/>
            <a:chExt cx="1954986" cy="434575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A4351F0-359F-F480-B460-55A10487169E}"/>
                </a:ext>
              </a:extLst>
            </p:cNvPr>
            <p:cNvSpPr/>
            <p:nvPr/>
          </p:nvSpPr>
          <p:spPr>
            <a:xfrm>
              <a:off x="0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Partners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1777BF-6567-8572-B6E9-D19EA8623ACB}"/>
                </a:ext>
              </a:extLst>
            </p:cNvPr>
            <p:cNvSpPr txBox="1"/>
            <p:nvPr/>
          </p:nvSpPr>
          <p:spPr>
            <a:xfrm>
              <a:off x="0" y="527901"/>
              <a:ext cx="1954985" cy="11823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Silver Software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246 Photography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John’s Plaice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KeyTree</a:t>
              </a: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Solutions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F90 (Pete)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A570748-B66E-D918-9769-B4DC9F06B155}"/>
              </a:ext>
            </a:extLst>
          </p:cNvPr>
          <p:cNvGrpSpPr/>
          <p:nvPr/>
        </p:nvGrpSpPr>
        <p:grpSpPr>
          <a:xfrm>
            <a:off x="2062669" y="47135"/>
            <a:ext cx="1980022" cy="4298621"/>
            <a:chOff x="2033846" y="-1"/>
            <a:chExt cx="1968543" cy="434575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5351775-2D4F-1DBC-A794-490A12102987}"/>
                </a:ext>
              </a:extLst>
            </p:cNvPr>
            <p:cNvSpPr/>
            <p:nvPr/>
          </p:nvSpPr>
          <p:spPr>
            <a:xfrm>
              <a:off x="2047403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Customers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C01E8B-1449-92E7-A60C-723962F4BC6A}"/>
                </a:ext>
              </a:extLst>
            </p:cNvPr>
            <p:cNvSpPr txBox="1"/>
            <p:nvPr/>
          </p:nvSpPr>
          <p:spPr>
            <a:xfrm>
              <a:off x="2033846" y="527901"/>
              <a:ext cx="1954985" cy="227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Typically small to medium sized, physical and online enterprises. Any business interested in exploring the use of technology (from large digital transformations to small / tentative first steps)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5D83995-9199-3BC2-2E68-103B6374E59B}"/>
              </a:ext>
            </a:extLst>
          </p:cNvPr>
          <p:cNvGrpSpPr/>
          <p:nvPr/>
        </p:nvGrpSpPr>
        <p:grpSpPr>
          <a:xfrm>
            <a:off x="6099745" y="47135"/>
            <a:ext cx="1966387" cy="4298621"/>
            <a:chOff x="6142208" y="-1"/>
            <a:chExt cx="1954987" cy="434575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515EB41-1BB2-9AE9-9BEF-7314B9CE3486}"/>
                </a:ext>
              </a:extLst>
            </p:cNvPr>
            <p:cNvSpPr/>
            <p:nvPr/>
          </p:nvSpPr>
          <p:spPr>
            <a:xfrm>
              <a:off x="6142209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Customer Relationships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D3D1A3-86FE-EA27-97D8-83E16348F064}"/>
                </a:ext>
              </a:extLst>
            </p:cNvPr>
            <p:cNvSpPr txBox="1"/>
            <p:nvPr/>
          </p:nvSpPr>
          <p:spPr>
            <a:xfrm>
              <a:off x="6142208" y="812692"/>
              <a:ext cx="1954985" cy="2707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Collaborative / consultative - aim to be an extension of customers own business. Whether that is advising on a 3rd party project, or building an entirely new product, the aim is to help our customers achieve their goals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560EA82-30BF-B7AA-FC92-72D55D75F3B9}"/>
              </a:ext>
            </a:extLst>
          </p:cNvPr>
          <p:cNvGrpSpPr/>
          <p:nvPr/>
        </p:nvGrpSpPr>
        <p:grpSpPr>
          <a:xfrm>
            <a:off x="10136821" y="47135"/>
            <a:ext cx="1966385" cy="4298621"/>
            <a:chOff x="10237014" y="-1"/>
            <a:chExt cx="1954986" cy="4345757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F505E15-00FF-1ED8-22F6-10E05B62E18F}"/>
                </a:ext>
              </a:extLst>
            </p:cNvPr>
            <p:cNvSpPr/>
            <p:nvPr/>
          </p:nvSpPr>
          <p:spPr>
            <a:xfrm>
              <a:off x="10237014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Channels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5AFDF26-0E62-B4E9-E35C-131DD2B0F1D7}"/>
                </a:ext>
              </a:extLst>
            </p:cNvPr>
            <p:cNvSpPr txBox="1"/>
            <p:nvPr/>
          </p:nvSpPr>
          <p:spPr>
            <a:xfrm>
              <a:off x="10237015" y="527901"/>
              <a:ext cx="1954985" cy="227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Referrals / word of mouth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Networking (where?)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Advertising (what?)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Speculative canvasing</a:t>
              </a:r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Counter proposals to inbound advertising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AE40A9B-79BB-49B1-E732-50EFFA9DFB0C}"/>
              </a:ext>
            </a:extLst>
          </p:cNvPr>
          <p:cNvGrpSpPr/>
          <p:nvPr/>
        </p:nvGrpSpPr>
        <p:grpSpPr>
          <a:xfrm>
            <a:off x="46772" y="4411741"/>
            <a:ext cx="3981415" cy="2399123"/>
            <a:chOff x="103695" y="4411741"/>
            <a:chExt cx="3923923" cy="239912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99F42D7-A8D8-C701-7938-47D6EA488818}"/>
                </a:ext>
              </a:extLst>
            </p:cNvPr>
            <p:cNvSpPr/>
            <p:nvPr/>
          </p:nvSpPr>
          <p:spPr>
            <a:xfrm>
              <a:off x="103695" y="4411741"/>
              <a:ext cx="3923923" cy="239912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Costs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65CEAA-8536-815C-D40D-DE6AFD570774}"/>
                </a:ext>
              </a:extLst>
            </p:cNvPr>
            <p:cNvSpPr txBox="1"/>
            <p:nvPr/>
          </p:nvSpPr>
          <p:spPr>
            <a:xfrm>
              <a:off x="103695" y="4911367"/>
              <a:ext cx="388513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Office running costs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Advertising / Marketing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Personal development / training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Travel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Software tools / licensing costs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Insurance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C80E8E0-0A42-8EBA-EF82-30CFF39A261B}"/>
              </a:ext>
            </a:extLst>
          </p:cNvPr>
          <p:cNvGrpSpPr/>
          <p:nvPr/>
        </p:nvGrpSpPr>
        <p:grpSpPr>
          <a:xfrm>
            <a:off x="4079119" y="4411741"/>
            <a:ext cx="3981415" cy="2399123"/>
            <a:chOff x="4159714" y="4411741"/>
            <a:chExt cx="3923923" cy="239912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D3081CF-75F2-1908-B320-69B87285B309}"/>
                </a:ext>
              </a:extLst>
            </p:cNvPr>
            <p:cNvSpPr/>
            <p:nvPr/>
          </p:nvSpPr>
          <p:spPr>
            <a:xfrm>
              <a:off x="4159714" y="4411741"/>
              <a:ext cx="3923923" cy="239912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Revenue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9E7AB35-90BA-AA99-C28F-50682F55E887}"/>
                </a:ext>
              </a:extLst>
            </p:cNvPr>
            <p:cNvSpPr txBox="1"/>
            <p:nvPr/>
          </p:nvSpPr>
          <p:spPr>
            <a:xfrm>
              <a:off x="4178786" y="4911365"/>
              <a:ext cx="388513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Sales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Continued Universal Credit support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Grants / other funding? (need to investigate)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F99E8A1-09A8-D2D6-9351-709D1E13CE8E}"/>
              </a:ext>
            </a:extLst>
          </p:cNvPr>
          <p:cNvGrpSpPr/>
          <p:nvPr/>
        </p:nvGrpSpPr>
        <p:grpSpPr>
          <a:xfrm>
            <a:off x="8111465" y="4411741"/>
            <a:ext cx="4002070" cy="2399123"/>
            <a:chOff x="8169255" y="4411741"/>
            <a:chExt cx="3944280" cy="239912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073882E-3554-908D-FC0E-261D0B0E8EDA}"/>
                </a:ext>
              </a:extLst>
            </p:cNvPr>
            <p:cNvSpPr/>
            <p:nvPr/>
          </p:nvSpPr>
          <p:spPr>
            <a:xfrm>
              <a:off x="8189612" y="4411741"/>
              <a:ext cx="3923923" cy="239912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Resources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8088F3B-E21B-3FC8-8FAB-A2F96DC763F3}"/>
                </a:ext>
              </a:extLst>
            </p:cNvPr>
            <p:cNvSpPr txBox="1"/>
            <p:nvPr/>
          </p:nvSpPr>
          <p:spPr>
            <a:xfrm>
              <a:off x="8169255" y="4911365"/>
              <a:ext cx="388513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Office space (home)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Hardware (laptop, iPad, general desk setup)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Software (tools)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D8128FD-B3FA-CEB6-A352-31CFDB89006B}"/>
              </a:ext>
            </a:extLst>
          </p:cNvPr>
          <p:cNvGrpSpPr/>
          <p:nvPr/>
        </p:nvGrpSpPr>
        <p:grpSpPr>
          <a:xfrm>
            <a:off x="8111465" y="47135"/>
            <a:ext cx="1980021" cy="4298621"/>
            <a:chOff x="8189612" y="-1"/>
            <a:chExt cx="1968542" cy="434575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916CBF9-093C-C403-CC2E-DDEB3AFBA1F7}"/>
                </a:ext>
              </a:extLst>
            </p:cNvPr>
            <p:cNvSpPr/>
            <p:nvPr/>
          </p:nvSpPr>
          <p:spPr>
            <a:xfrm>
              <a:off x="8189612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Key Activities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CDBF83E-632B-6DA2-55F5-3BDCCE9F90C0}"/>
                </a:ext>
              </a:extLst>
            </p:cNvPr>
            <p:cNvSpPr txBox="1"/>
            <p:nvPr/>
          </p:nvSpPr>
          <p:spPr>
            <a:xfrm>
              <a:off x="8203169" y="515474"/>
              <a:ext cx="1954985" cy="3796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Project management (existing or new projects)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Business analysis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 analysis &amp; management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Training &amp; skills development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Software development (web technologies / .NET technologies)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Proof Of Concept projects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 media &amp; marketing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C3FA6F1-09DD-E83A-B4E3-AA0D87638F76}"/>
              </a:ext>
            </a:extLst>
          </p:cNvPr>
          <p:cNvGrpSpPr/>
          <p:nvPr/>
        </p:nvGrpSpPr>
        <p:grpSpPr>
          <a:xfrm>
            <a:off x="4088024" y="47135"/>
            <a:ext cx="1966388" cy="4298621"/>
            <a:chOff x="4094804" y="-1"/>
            <a:chExt cx="1954988" cy="434575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5A85D6C-78B0-1FDB-B906-EF73FA778A72}"/>
                </a:ext>
              </a:extLst>
            </p:cNvPr>
            <p:cNvSpPr/>
            <p:nvPr/>
          </p:nvSpPr>
          <p:spPr>
            <a:xfrm>
              <a:off x="4094806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Value Proposition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16F2EE1-0FE3-8970-BBEA-699204288558}"/>
                </a:ext>
              </a:extLst>
            </p:cNvPr>
            <p:cNvSpPr txBox="1"/>
            <p:nvPr/>
          </p:nvSpPr>
          <p:spPr>
            <a:xfrm>
              <a:off x="4094804" y="730917"/>
              <a:ext cx="1954985" cy="2489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Solve business problems through the creation, use, or adaptation of technology solutions.</a:t>
              </a:r>
            </a:p>
            <a:p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GB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Provide services of a ‘digital’ nature to business that lack the in-house skills / experience.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3032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473</Words>
  <Application>Microsoft Office PowerPoint</Application>
  <PresentationFormat>Widescreen</PresentationFormat>
  <Paragraphs>90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 Henning</dc:creator>
  <cp:lastModifiedBy>Phil Henning</cp:lastModifiedBy>
  <cp:revision>3</cp:revision>
  <dcterms:created xsi:type="dcterms:W3CDTF">2026-03-16T17:24:58Z</dcterms:created>
  <dcterms:modified xsi:type="dcterms:W3CDTF">2026-03-17T10:49:07Z</dcterms:modified>
</cp:coreProperties>
</file>