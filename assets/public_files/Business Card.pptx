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3" r:id="rId2"/>
    <p:sldId id="50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E466-E3A2-2B8E-94E3-A6ACAEBB2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D266B-9514-0666-3B4A-5AA9E582C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5A1C-2A79-191C-0729-B6A03B88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FC9D9-0401-A0B1-E974-C632DDCD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93FB-4AA4-70D7-F03B-25C81F00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5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019C-B3A9-290D-E265-B56A342A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527B-C2F8-63EC-2D57-831AD728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4403A-2A9A-95EA-906B-436BDCBA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FB523-D1CA-3A2A-5537-5F5A0FC8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F7CE9-C0A7-2D6A-D976-41D41118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58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5983-A077-287E-F376-4923EE42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D5090-C764-2EEA-1B5A-9D291A53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74A6-4F39-3979-84CE-E5287934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1797E-DC85-C00B-D54C-0D2C0D4F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8023E-F497-DA42-FE24-846C4A29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01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7E3D-A2D0-0353-EED9-F30FB9D6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AD8CE-411D-77B5-7188-54B9E4BA2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D18E6-564F-659C-EDEA-18823F1EC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59246-85F8-6DF7-B5AD-AD4E8AE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F2EED-AF88-6A09-B277-82D4CCE7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5FACE-A525-79BC-77E3-E222140F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26FE-CC44-D8B7-71E9-32D86091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253D2-EDDB-A7BC-08CE-BFC306632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D77A-D25C-0D98-34E3-F0244D82A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B8573-9607-09C6-873F-01F140C7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7D1D5-699E-866A-0FA4-7CB053203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BB480-CAFF-2945-A956-B1D46EC8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8F60F-6774-FA36-668A-B85BE0A5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EBDAC-C7A0-1A73-CA50-30CEBA60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77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9C91-485E-99AB-AE79-9DA2CDDF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16A82-6492-80EB-BCEE-F9D2BC62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07008-EF6C-1233-7483-4FEC80CC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28B8F-5FA5-B712-48D7-5335B27F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4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243CA-D6D7-5254-F78E-44D22214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F77CF-C49D-0AF0-025D-D9D22794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09F53-35AB-1152-0682-C769A5CF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F2D0-10B2-5B88-9B5D-3BE35F1B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3C09-9E1B-2DD3-166F-2C20E843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CA98A-1230-3108-9F47-5C0F635A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A0B3B-EF95-5852-3227-DA1F2495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9428B-4A13-1AFF-A7A5-E2DD9E0A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594D7-CDA4-F464-E9A8-7AC7EE2E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07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A419-34DE-4401-D61A-D6348C45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369B1-AFE4-5E50-EAB0-13A2E0BD6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518D1-1C82-E314-4367-77911845C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F9F4D-E226-C09C-9563-9F82CE67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CAAB3-17A8-E6EA-9064-EE2FF14C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55DBB-9905-0721-9206-E63CC2B3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62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DAD5-B036-FFBA-270A-D777A4ED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D9691-F3AF-21EA-A28B-67AAAF84D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F101-0C57-B3E8-571A-991B8BFD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37DF0-02CC-1015-6546-C8117F4B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76D6B-B4AB-522F-AEE8-BF7A7E4C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45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ED964-BE03-3296-5A03-A6C6B741A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E46D7-1D0D-E117-A2A6-75D2F4A78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DEE0B-F803-41D1-05C8-F2D29723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A838A-8CE0-28A9-1003-B69D091F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E43EB-D961-D6FC-D466-C6D1FF34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53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F3B9B-FC62-CEBC-3F6E-831EF0E2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2EAF-EA96-DFCC-9B94-3A3391E00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5A521-F8B8-8A21-7001-EE6DE1C49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000DD-13F0-4A94-850E-C0EC203DE9B3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BB713-0BD9-37C9-B839-04D527F28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B8FB0-A587-36B5-FE8B-155DF9F66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D349E-B79A-43A3-9C8A-F37718EED2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6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4435-A488-3000-75B8-248BE14B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5EDA53A-4DB9-6F24-52FC-A722EE2DE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Business Card v02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1A20560-E9D2-31D8-D14A-5F70BA5586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2" y="1973938"/>
            <a:ext cx="5148076" cy="2941758"/>
          </a:xfrm>
          <a:noFill/>
          <a:ln>
            <a:solidFill>
              <a:schemeClr val="bg1"/>
            </a:solidFill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DCC443C-7B6A-C8F1-F47E-7B99B37F74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366" y="1958121"/>
            <a:ext cx="5148077" cy="2941758"/>
          </a:xfr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43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E385D6-830B-A711-6E19-C063C91C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Card v01</a:t>
            </a:r>
          </a:p>
        </p:txBody>
      </p:sp>
      <p:pic>
        <p:nvPicPr>
          <p:cNvPr id="17" name="Content Placeholder 16" descr="A close up of a business card&#10;&#10;AI-generated content may be incorrect.">
            <a:extLst>
              <a:ext uri="{FF2B5EF4-FFF2-40B4-BE49-F238E27FC236}">
                <a16:creationId xmlns:a16="http://schemas.microsoft.com/office/drawing/2014/main" id="{45B09D57-5C95-9588-7784-93741A0B56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19896"/>
            <a:ext cx="5181600" cy="2962795"/>
          </a:xfrm>
          <a:prstGeom prst="rect">
            <a:avLst/>
          </a:prstGeom>
        </p:spPr>
      </p:pic>
      <p:pic>
        <p:nvPicPr>
          <p:cNvPr id="15" name="Content Placeholder 14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03371984-69BA-4D65-142E-FAEE9D0F5B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526023"/>
            <a:ext cx="5181600" cy="295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9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Business Card v02</vt:lpstr>
      <vt:lpstr>Business Card v01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4</cp:revision>
  <dcterms:created xsi:type="dcterms:W3CDTF">2026-03-16T22:48:52Z</dcterms:created>
  <dcterms:modified xsi:type="dcterms:W3CDTF">2026-03-17T10:55:39Z</dcterms:modified>
</cp:coreProperties>
</file>