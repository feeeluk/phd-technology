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AE73-47BE-5A19-C894-D61587613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8B25E-4BD7-9AE5-B74F-5B5568344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E3E25-90C8-3E8E-8DD4-2D66C2AE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8C130-E95D-1497-D724-D845B17F5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0628D-6A80-8F9C-513F-85BA607B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17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0A15-E954-1F4D-DF5C-245ED259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4C86-7A46-095B-5B89-FEC13C92F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8283-B878-764D-3C83-A0BE9897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D47E7-EF27-4F99-03F7-59C2B78A2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86499-8D2C-DAB1-18C0-4935D259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80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0A75-CB5B-6626-12F4-06D31775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5412A-CAC1-FC77-679B-BE52CBB33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57AA-073F-2D6D-3ECC-F36EB0A8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8EA1C-2D03-156E-1F6E-C81C4908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B234-788F-7380-95CF-57E75701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453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0118-69F1-001B-CD4B-CE4DEBF3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EE041-905C-C77F-59B5-54C12DD0D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9A0DD-31CA-10CA-1A1A-71FC2301E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B3F2E-D918-A7D4-D370-2BA9C6C1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DE152-1A9E-B57C-9790-2929608A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B388E-CC4D-F63C-A9B5-F36B3D350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1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7713-417D-8881-3747-9C45048A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E8995-F544-FC2F-628C-8116453D2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8AF2D-DC02-8B7D-89DA-A11CB04AD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82535-A179-85FC-AEC3-414C99A8F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38B9C-8CAE-716A-DE5E-6A47CFC26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0D7FB-8122-71C2-947C-008E45B6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4C241-A5BA-EB3F-B94D-2EBB5F82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E43C4-88EF-2F06-84AB-4D1766B2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456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18E6-E466-61BB-ABBB-C7ABF759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89C7E-BB58-2E98-B9F9-898DA2C8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EB7D0-2BBA-4DF3-8613-68CE862B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95907-E36D-24B0-38BB-21A314BF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3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03DA9-C0CC-90D5-C808-5B170CC9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2DB7B-CC3B-07F5-27C7-DC173164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32C38-1F25-8205-E3AB-BB283D40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94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5DD95-0527-65C7-CEBA-58177071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A4B8-5F51-4F4C-1DCD-BAEAE8339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08F7-4E7E-E556-8F35-21DD32C2E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F478-A7FC-D4F0-F8D6-15A1168C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3EE03-99D8-E364-E0E2-2E0E1F16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9DEFF-066B-2E78-1B25-2D1342DD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345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348B-0FF7-F675-6D24-C7201C43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3ABB0-A1A5-A9CB-5BAA-3DDF1E9CC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7F7A4-C655-5C03-738C-D306123D0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1EF08-0796-9412-B8F8-43F6D4A5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CF32C-8DA4-DF9F-6578-CBF12856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3C156-6370-6613-6867-B6932BC8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87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A244-66D1-7454-5D26-2111778F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ACC6A-129E-E1AB-ECA9-7DC877892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AC428-06D6-36F7-6D01-4A46D171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4618-053C-7F4E-CFAA-6FB60663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45288-8963-AF1C-F857-CC4B7AD4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74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D6308-6D7C-C8F7-9005-3E2C691C5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F39C0-BA29-5007-1204-7E49A17C7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1653-8BA7-91B1-7103-5DAFEC24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E64B6-F927-0ADA-1BD3-36AEE981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75E03-B80B-765B-6BA4-64950B0B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25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75C39-46A2-2424-7CD1-8B9B9EA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E490F-10D0-F9AE-74C4-FB2E7D1F9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140FF-5DDA-086E-94A7-2629C959B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9C490-29EC-4271-B490-D7D2BCAE210B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E017A-0A3D-5663-B4FD-1B49BBC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C7AE8-2DA2-DC2B-19C9-38E3D0098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EF7AA-5070-4FB3-9CF6-63349CE1E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21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E9A1691-6B45-62D0-5A39-CD34F296B55F}"/>
              </a:ext>
            </a:extLst>
          </p:cNvPr>
          <p:cNvGrpSpPr/>
          <p:nvPr/>
        </p:nvGrpSpPr>
        <p:grpSpPr>
          <a:xfrm>
            <a:off x="0" y="0"/>
            <a:ext cx="12192000" cy="6827520"/>
            <a:chOff x="0" y="0"/>
            <a:chExt cx="12192000" cy="6827520"/>
          </a:xfrm>
        </p:grpSpPr>
        <p:pic>
          <p:nvPicPr>
            <p:cNvPr id="7" name="Picture 6" descr="A computer screen with many screens&#10;&#10;AI-generated content may be incorrect.">
              <a:extLst>
                <a:ext uri="{FF2B5EF4-FFF2-40B4-BE49-F238E27FC236}">
                  <a16:creationId xmlns:a16="http://schemas.microsoft.com/office/drawing/2014/main" id="{7A801A2E-9E39-1B8E-6129-929E35BF1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275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90A665-9914-3F0F-712D-B5041C5E9865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875001"/>
              <a:ext cx="12192000" cy="1107996"/>
            </a:xfrm>
            <a:prstGeom prst="rect">
              <a:avLst/>
            </a:prstGeom>
            <a:gradFill>
              <a:gsLst>
                <a:gs pos="52000">
                  <a:schemeClr val="tx1">
                    <a:lumMod val="75000"/>
                    <a:lumOff val="25000"/>
                    <a:alpha val="95000"/>
                  </a:schemeClr>
                </a:gs>
                <a:gs pos="100000">
                  <a:srgbClr val="707070">
                    <a:alpha val="80000"/>
                  </a:srgbClr>
                </a:gs>
                <a:gs pos="0">
                  <a:srgbClr val="606060">
                    <a:alpha val="80000"/>
                  </a:srgbClr>
                </a:gs>
              </a:gsLst>
              <a:lin ang="0" scaled="1"/>
            </a:gradFill>
            <a:ln>
              <a:solidFill>
                <a:schemeClr val="accent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6600" dirty="0">
                  <a:solidFill>
                    <a:schemeClr val="bg1"/>
                  </a:solidFill>
                  <a:latin typeface="Franklin Gothic Heavy" panose="020B0903020102020204" pitchFamily="34" charset="0"/>
                </a:rPr>
                <a:t>.NET</a:t>
              </a:r>
              <a:endParaRPr lang="en-GB" sz="7200" dirty="0">
                <a:solidFill>
                  <a:schemeClr val="bg1"/>
                </a:solidFill>
                <a:latin typeface="Franklin Gothic Heavy" panose="020B0903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086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D17BA50-F37D-29D3-585D-AEC8CA2B3C4C}"/>
              </a:ext>
            </a:extLst>
          </p:cNvPr>
          <p:cNvGrpSpPr/>
          <p:nvPr/>
        </p:nvGrpSpPr>
        <p:grpSpPr>
          <a:xfrm>
            <a:off x="0" y="15240"/>
            <a:ext cx="12192000" cy="6827520"/>
            <a:chOff x="0" y="15240"/>
            <a:chExt cx="12192000" cy="6827520"/>
          </a:xfrm>
        </p:grpSpPr>
        <p:pic>
          <p:nvPicPr>
            <p:cNvPr id="5" name="Picture 4" descr="A computer with clouds floating in the air&#10;&#10;AI-generated content may be incorrect.">
              <a:extLst>
                <a:ext uri="{FF2B5EF4-FFF2-40B4-BE49-F238E27FC236}">
                  <a16:creationId xmlns:a16="http://schemas.microsoft.com/office/drawing/2014/main" id="{E7524D5C-1233-E92A-0283-3DAF54A4E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5240"/>
              <a:ext cx="12192000" cy="68275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28EFBD-0AF7-6C6E-ACE0-FF2CA137C4E4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4836"/>
              <a:ext cx="12192000" cy="1107996"/>
            </a:xfrm>
            <a:prstGeom prst="rect">
              <a:avLst/>
            </a:prstGeom>
            <a:gradFill>
              <a:gsLst>
                <a:gs pos="52000">
                  <a:schemeClr val="tx1">
                    <a:lumMod val="75000"/>
                    <a:lumOff val="25000"/>
                    <a:alpha val="95000"/>
                  </a:schemeClr>
                </a:gs>
                <a:gs pos="100000">
                  <a:srgbClr val="707070">
                    <a:alpha val="80000"/>
                  </a:srgbClr>
                </a:gs>
                <a:gs pos="0">
                  <a:srgbClr val="606060">
                    <a:alpha val="80000"/>
                  </a:srgbClr>
                </a:gs>
              </a:gsLst>
              <a:lin ang="0" scaled="1"/>
            </a:gradFill>
            <a:ln>
              <a:solidFill>
                <a:schemeClr val="accent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6600" dirty="0">
                  <a:solidFill>
                    <a:schemeClr val="bg1"/>
                  </a:solidFill>
                  <a:latin typeface="Franklin Gothic Heavy" panose="020B0903020102020204" pitchFamily="34" charset="0"/>
                </a:rPr>
                <a:t>Web</a:t>
              </a:r>
              <a:endParaRPr lang="en-GB" sz="7200" dirty="0">
                <a:solidFill>
                  <a:schemeClr val="bg1"/>
                </a:solidFill>
                <a:latin typeface="Franklin Gothic Heavy" panose="020B0903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568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5D9D-AE6D-8672-33C0-F16FD2E92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54ECF9E-008D-BF24-A87E-70804115CD1B}"/>
              </a:ext>
            </a:extLst>
          </p:cNvPr>
          <p:cNvGrpSpPr/>
          <p:nvPr/>
        </p:nvGrpSpPr>
        <p:grpSpPr>
          <a:xfrm>
            <a:off x="0" y="19050"/>
            <a:ext cx="12192000" cy="6819900"/>
            <a:chOff x="0" y="19050"/>
            <a:chExt cx="12192000" cy="6819900"/>
          </a:xfrm>
        </p:grpSpPr>
        <p:pic>
          <p:nvPicPr>
            <p:cNvPr id="3" name="Picture 2" descr="A computer circuit board with a brain&#10;&#10;AI-generated content may be incorrect.">
              <a:extLst>
                <a:ext uri="{FF2B5EF4-FFF2-40B4-BE49-F238E27FC236}">
                  <a16:creationId xmlns:a16="http://schemas.microsoft.com/office/drawing/2014/main" id="{CA32BDA1-28F4-564C-CCA8-0695105D9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9050"/>
              <a:ext cx="12192000" cy="68199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C66425-B7EF-115F-7BE0-72F3E661CEE7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875002"/>
              <a:ext cx="12192000" cy="1620000"/>
            </a:xfrm>
            <a:prstGeom prst="rect">
              <a:avLst/>
            </a:prstGeom>
            <a:gradFill>
              <a:gsLst>
                <a:gs pos="52000">
                  <a:schemeClr val="tx1">
                    <a:lumMod val="75000"/>
                    <a:lumOff val="25000"/>
                    <a:alpha val="95000"/>
                  </a:schemeClr>
                </a:gs>
                <a:gs pos="100000">
                  <a:srgbClr val="707070">
                    <a:alpha val="80000"/>
                  </a:srgbClr>
                </a:gs>
                <a:gs pos="0">
                  <a:srgbClr val="606060">
                    <a:alpha val="80000"/>
                  </a:srgbClr>
                </a:gs>
              </a:gsLst>
              <a:lin ang="0" scaled="1"/>
            </a:gradFill>
            <a:ln>
              <a:solidFill>
                <a:schemeClr val="accent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6600" dirty="0">
                  <a:solidFill>
                    <a:schemeClr val="bg1"/>
                  </a:solidFill>
                  <a:latin typeface="Franklin Gothic Heavy" panose="020B0903020102020204" pitchFamily="34" charset="0"/>
                </a:rPr>
                <a:t>Artificial Intelligence</a:t>
              </a:r>
              <a:endParaRPr lang="en-GB" sz="7200" dirty="0">
                <a:solidFill>
                  <a:schemeClr val="bg1"/>
                </a:solidFill>
                <a:latin typeface="Franklin Gothic Heavy" panose="020B0903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490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230B6-A863-6BDA-631A-FFE15573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2E207A3-52AE-E857-F80A-CB5F92DBB1E1}"/>
              </a:ext>
            </a:extLst>
          </p:cNvPr>
          <p:cNvGrpSpPr/>
          <p:nvPr/>
        </p:nvGrpSpPr>
        <p:grpSpPr>
          <a:xfrm>
            <a:off x="0" y="15240"/>
            <a:ext cx="12192000" cy="6827520"/>
            <a:chOff x="0" y="15240"/>
            <a:chExt cx="12192000" cy="6827520"/>
          </a:xfrm>
        </p:grpSpPr>
        <p:pic>
          <p:nvPicPr>
            <p:cNvPr id="7" name="Picture 6" descr="A tunnel with numbers in it&#10;&#10;AI-generated content may be incorrect.">
              <a:extLst>
                <a:ext uri="{FF2B5EF4-FFF2-40B4-BE49-F238E27FC236}">
                  <a16:creationId xmlns:a16="http://schemas.microsoft.com/office/drawing/2014/main" id="{AE2B5E07-728B-356D-474F-3479CBCD1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5240"/>
              <a:ext cx="12192000" cy="68275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901D7B-48DE-123C-094F-FEFB1BD1800E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875002"/>
              <a:ext cx="12192000" cy="1620000"/>
            </a:xfrm>
            <a:prstGeom prst="rect">
              <a:avLst/>
            </a:prstGeom>
            <a:gradFill>
              <a:gsLst>
                <a:gs pos="52000">
                  <a:schemeClr val="tx1">
                    <a:lumMod val="75000"/>
                    <a:lumOff val="25000"/>
                    <a:alpha val="95000"/>
                  </a:schemeClr>
                </a:gs>
                <a:gs pos="100000">
                  <a:srgbClr val="707070">
                    <a:alpha val="80000"/>
                  </a:srgbClr>
                </a:gs>
                <a:gs pos="0">
                  <a:srgbClr val="606060">
                    <a:alpha val="80000"/>
                  </a:srgbClr>
                </a:gs>
              </a:gsLst>
              <a:lin ang="0" scaled="1"/>
            </a:gradFill>
            <a:ln>
              <a:solidFill>
                <a:schemeClr val="accent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6600" dirty="0">
                  <a:solidFill>
                    <a:schemeClr val="bg1"/>
                  </a:solidFill>
                  <a:latin typeface="Franklin Gothic Heavy" panose="020B0903020102020204" pitchFamily="34" charset="0"/>
                </a:rPr>
                <a:t>Data Manipulation</a:t>
              </a:r>
              <a:endParaRPr lang="en-GB" sz="7200" dirty="0">
                <a:solidFill>
                  <a:schemeClr val="bg1"/>
                </a:solidFill>
                <a:latin typeface="Franklin Gothic Heavy" panose="020B0903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11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0E29-0DC7-815D-0635-C2639E57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EA6A13E-5567-1D67-EA66-2305063E3739}"/>
              </a:ext>
            </a:extLst>
          </p:cNvPr>
          <p:cNvGrpSpPr/>
          <p:nvPr/>
        </p:nvGrpSpPr>
        <p:grpSpPr>
          <a:xfrm>
            <a:off x="0" y="15240"/>
            <a:ext cx="12192000" cy="6827520"/>
            <a:chOff x="0" y="15240"/>
            <a:chExt cx="12192000" cy="6827520"/>
          </a:xfrm>
        </p:grpSpPr>
        <p:pic>
          <p:nvPicPr>
            <p:cNvPr id="3" name="Picture 2" descr="A person holding a tablet with icons coming out of it&#10;&#10;AI-generated content may be incorrect.">
              <a:extLst>
                <a:ext uri="{FF2B5EF4-FFF2-40B4-BE49-F238E27FC236}">
                  <a16:creationId xmlns:a16="http://schemas.microsoft.com/office/drawing/2014/main" id="{9D27FF04-C282-9F1D-7F77-415966408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5240"/>
              <a:ext cx="12192000" cy="68275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CFEB5A4-067B-5483-6543-C5AFFA52F21F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875002"/>
              <a:ext cx="12192000" cy="1620000"/>
            </a:xfrm>
            <a:prstGeom prst="rect">
              <a:avLst/>
            </a:prstGeom>
            <a:gradFill>
              <a:gsLst>
                <a:gs pos="52000">
                  <a:schemeClr val="tx1">
                    <a:lumMod val="75000"/>
                    <a:lumOff val="25000"/>
                    <a:alpha val="95000"/>
                  </a:schemeClr>
                </a:gs>
                <a:gs pos="100000">
                  <a:srgbClr val="707070">
                    <a:alpha val="80000"/>
                  </a:srgbClr>
                </a:gs>
                <a:gs pos="0">
                  <a:srgbClr val="606060">
                    <a:alpha val="80000"/>
                  </a:srgbClr>
                </a:gs>
              </a:gsLst>
              <a:lin ang="0" scaled="1"/>
            </a:gradFill>
            <a:ln>
              <a:solidFill>
                <a:schemeClr val="accent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6600" dirty="0">
                  <a:solidFill>
                    <a:schemeClr val="bg1"/>
                  </a:solidFill>
                  <a:latin typeface="Franklin Gothic Heavy" panose="020B0903020102020204" pitchFamily="34" charset="0"/>
                </a:rPr>
                <a:t>Digital Media &amp; Marketing</a:t>
              </a:r>
              <a:endParaRPr lang="en-GB" sz="7200" dirty="0">
                <a:solidFill>
                  <a:schemeClr val="bg1"/>
                </a:solidFill>
                <a:latin typeface="Franklin Gothic Heavy" panose="020B0903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29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FBA2-4EF5-4CC6-BEF2-257F723C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46F7898-7701-EF0D-1C8F-18ADCC48F2C8}"/>
              </a:ext>
            </a:extLst>
          </p:cNvPr>
          <p:cNvGrpSpPr/>
          <p:nvPr/>
        </p:nvGrpSpPr>
        <p:grpSpPr>
          <a:xfrm>
            <a:off x="0" y="15240"/>
            <a:ext cx="12192000" cy="6827520"/>
            <a:chOff x="0" y="15240"/>
            <a:chExt cx="12192000" cy="6827520"/>
          </a:xfrm>
        </p:grpSpPr>
        <p:pic>
          <p:nvPicPr>
            <p:cNvPr id="3" name="Picture 2" descr="A computer screen with colorful text&#10;&#10;AI-generated content may be incorrect.">
              <a:extLst>
                <a:ext uri="{FF2B5EF4-FFF2-40B4-BE49-F238E27FC236}">
                  <a16:creationId xmlns:a16="http://schemas.microsoft.com/office/drawing/2014/main" id="{0732747F-41E0-F20E-E2B1-AC09F9759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5240"/>
              <a:ext cx="12192000" cy="68275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E7ED66-6EDD-3A17-408B-40038EC0CB42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828835"/>
              <a:ext cx="12192000" cy="1620000"/>
            </a:xfrm>
            <a:prstGeom prst="rect">
              <a:avLst/>
            </a:prstGeom>
            <a:gradFill>
              <a:gsLst>
                <a:gs pos="52000">
                  <a:schemeClr val="tx1">
                    <a:lumMod val="75000"/>
                    <a:lumOff val="25000"/>
                    <a:alpha val="95000"/>
                  </a:schemeClr>
                </a:gs>
                <a:gs pos="100000">
                  <a:srgbClr val="707070">
                    <a:alpha val="80000"/>
                  </a:srgbClr>
                </a:gs>
                <a:gs pos="0">
                  <a:srgbClr val="606060">
                    <a:alpha val="80000"/>
                  </a:srgbClr>
                </a:gs>
              </a:gsLst>
              <a:lin ang="0" scaled="1"/>
            </a:gradFill>
            <a:ln>
              <a:solidFill>
                <a:schemeClr val="accent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6600" dirty="0">
                  <a:solidFill>
                    <a:schemeClr val="bg1"/>
                  </a:solidFill>
                  <a:latin typeface="Franklin Gothic Heavy" panose="020B0903020102020204" pitchFamily="34" charset="0"/>
                </a:rPr>
                <a:t>Software </a:t>
              </a:r>
              <a:r>
                <a:rPr lang="en-GB" sz="7200" dirty="0">
                  <a:solidFill>
                    <a:schemeClr val="bg1"/>
                  </a:solidFill>
                  <a:latin typeface="Franklin Gothic Heavy" panose="020B0903020102020204" pitchFamily="34" charset="0"/>
                </a:rPr>
                <a:t>Development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019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13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Franklin Gothic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Henning</dc:creator>
  <cp:lastModifiedBy>Phil Henning</cp:lastModifiedBy>
  <cp:revision>4</cp:revision>
  <dcterms:created xsi:type="dcterms:W3CDTF">2025-09-08T18:06:20Z</dcterms:created>
  <dcterms:modified xsi:type="dcterms:W3CDTF">2026-01-24T09:42:54Z</dcterms:modified>
</cp:coreProperties>
</file>