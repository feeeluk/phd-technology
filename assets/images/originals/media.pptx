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8D87"/>
    <a:srgbClr val="CE1F51"/>
    <a:srgbClr val="CE2354"/>
    <a:srgbClr val="D12F5E"/>
    <a:srgbClr val="D02858"/>
    <a:srgbClr val="CF2355"/>
    <a:srgbClr val="D02959"/>
    <a:srgbClr val="CF2455"/>
    <a:srgbClr val="CE2052"/>
    <a:srgbClr val="CF2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30377-3194-4171-86E0-5D8D886E0E66}" v="38" dt="2025-12-01T20:41:22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310" autoAdjust="0"/>
  </p:normalViewPr>
  <p:slideViewPr>
    <p:cSldViewPr snapToGrid="0">
      <p:cViewPr varScale="1">
        <p:scale>
          <a:sx n="60" d="100"/>
          <a:sy n="60" d="100"/>
        </p:scale>
        <p:origin x="96" y="9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 Henning" userId="4ec6f60b40ba590f" providerId="LiveId" clId="{72BAE738-A8E3-4E42-8E2F-5A6A6315E821}"/>
    <pc:docChg chg="undo custSel delSld modSld">
      <pc:chgData name="Phil Henning" userId="4ec6f60b40ba590f" providerId="LiveId" clId="{72BAE738-A8E3-4E42-8E2F-5A6A6315E821}" dt="2025-12-01T20:41:34.360" v="120" actId="14100"/>
      <pc:docMkLst>
        <pc:docMk/>
      </pc:docMkLst>
      <pc:sldChg chg="del">
        <pc:chgData name="Phil Henning" userId="4ec6f60b40ba590f" providerId="LiveId" clId="{72BAE738-A8E3-4E42-8E2F-5A6A6315E821}" dt="2025-12-01T20:28:30.838" v="0" actId="47"/>
        <pc:sldMkLst>
          <pc:docMk/>
          <pc:sldMk cId="2041718106" sldId="256"/>
        </pc:sldMkLst>
      </pc:sldChg>
      <pc:sldChg chg="del">
        <pc:chgData name="Phil Henning" userId="4ec6f60b40ba590f" providerId="LiveId" clId="{72BAE738-A8E3-4E42-8E2F-5A6A6315E821}" dt="2025-12-01T20:28:32.846" v="1" actId="47"/>
        <pc:sldMkLst>
          <pc:docMk/>
          <pc:sldMk cId="2863528797" sldId="257"/>
        </pc:sldMkLst>
      </pc:sldChg>
      <pc:sldChg chg="del">
        <pc:chgData name="Phil Henning" userId="4ec6f60b40ba590f" providerId="LiveId" clId="{72BAE738-A8E3-4E42-8E2F-5A6A6315E821}" dt="2025-12-01T20:28:34.213" v="2" actId="47"/>
        <pc:sldMkLst>
          <pc:docMk/>
          <pc:sldMk cId="4247285004" sldId="258"/>
        </pc:sldMkLst>
      </pc:sldChg>
      <pc:sldChg chg="del">
        <pc:chgData name="Phil Henning" userId="4ec6f60b40ba590f" providerId="LiveId" clId="{72BAE738-A8E3-4E42-8E2F-5A6A6315E821}" dt="2025-12-01T20:28:37.443" v="3" actId="47"/>
        <pc:sldMkLst>
          <pc:docMk/>
          <pc:sldMk cId="1515428367" sldId="259"/>
        </pc:sldMkLst>
      </pc:sldChg>
      <pc:sldChg chg="del">
        <pc:chgData name="Phil Henning" userId="4ec6f60b40ba590f" providerId="LiveId" clId="{72BAE738-A8E3-4E42-8E2F-5A6A6315E821}" dt="2025-12-01T20:28:51.153" v="4" actId="47"/>
        <pc:sldMkLst>
          <pc:docMk/>
          <pc:sldMk cId="3112312800" sldId="260"/>
        </pc:sldMkLst>
      </pc:sldChg>
      <pc:sldChg chg="addSp delSp modSp mod">
        <pc:chgData name="Phil Henning" userId="4ec6f60b40ba590f" providerId="LiveId" clId="{72BAE738-A8E3-4E42-8E2F-5A6A6315E821}" dt="2025-12-01T20:41:34.360" v="120" actId="14100"/>
        <pc:sldMkLst>
          <pc:docMk/>
          <pc:sldMk cId="2938812519" sldId="263"/>
        </pc:sldMkLst>
        <pc:spChg chg="add mod">
          <ac:chgData name="Phil Henning" userId="4ec6f60b40ba590f" providerId="LiveId" clId="{72BAE738-A8E3-4E42-8E2F-5A6A6315E821}" dt="2025-12-01T20:38:01.608" v="92" actId="1076"/>
          <ac:spMkLst>
            <pc:docMk/>
            <pc:sldMk cId="2938812519" sldId="263"/>
            <ac:spMk id="16" creationId="{C6C2ECD8-B8C2-97C9-E961-2AB535C740AB}"/>
          </ac:spMkLst>
        </pc:spChg>
        <pc:spChg chg="add mod">
          <ac:chgData name="Phil Henning" userId="4ec6f60b40ba590f" providerId="LiveId" clId="{72BAE738-A8E3-4E42-8E2F-5A6A6315E821}" dt="2025-12-01T20:37:23.483" v="74" actId="164"/>
          <ac:spMkLst>
            <pc:docMk/>
            <pc:sldMk cId="2938812519" sldId="263"/>
            <ac:spMk id="18" creationId="{3472F983-DCA2-B19B-B99B-D8BBA3FC85CA}"/>
          </ac:spMkLst>
        </pc:spChg>
        <pc:spChg chg="del mod">
          <ac:chgData name="Phil Henning" userId="4ec6f60b40ba590f" providerId="LiveId" clId="{72BAE738-A8E3-4E42-8E2F-5A6A6315E821}" dt="2025-12-01T20:31:58.207" v="36" actId="478"/>
          <ac:spMkLst>
            <pc:docMk/>
            <pc:sldMk cId="2938812519" sldId="263"/>
            <ac:spMk id="22" creationId="{357558E3-D167-A58F-CCF0-A27FA8998D62}"/>
          </ac:spMkLst>
        </pc:spChg>
        <pc:spChg chg="add mod">
          <ac:chgData name="Phil Henning" userId="4ec6f60b40ba590f" providerId="LiveId" clId="{72BAE738-A8E3-4E42-8E2F-5A6A6315E821}" dt="2025-12-01T20:37:23.483" v="74" actId="164"/>
          <ac:spMkLst>
            <pc:docMk/>
            <pc:sldMk cId="2938812519" sldId="263"/>
            <ac:spMk id="23" creationId="{8DF93F34-EFD8-B585-43B2-BAB3541DD25A}"/>
          </ac:spMkLst>
        </pc:spChg>
        <pc:grpChg chg="add mod">
          <ac:chgData name="Phil Henning" userId="4ec6f60b40ba590f" providerId="LiveId" clId="{72BAE738-A8E3-4E42-8E2F-5A6A6315E821}" dt="2025-12-01T20:37:29.039" v="76" actId="14100"/>
          <ac:grpSpMkLst>
            <pc:docMk/>
            <pc:sldMk cId="2938812519" sldId="263"/>
            <ac:grpSpMk id="24" creationId="{71F49139-0DAE-4B81-3620-7950758BD5CE}"/>
          </ac:grpSpMkLst>
        </pc:grpChg>
        <pc:picChg chg="add mod modCrop">
          <ac:chgData name="Phil Henning" userId="4ec6f60b40ba590f" providerId="LiveId" clId="{72BAE738-A8E3-4E42-8E2F-5A6A6315E821}" dt="2025-12-01T20:37:23.483" v="74" actId="164"/>
          <ac:picMkLst>
            <pc:docMk/>
            <pc:sldMk cId="2938812519" sldId="263"/>
            <ac:picMk id="15" creationId="{07D244FC-0FD4-9EEF-D934-87EBE0D0456D}"/>
          </ac:picMkLst>
        </pc:picChg>
        <pc:picChg chg="mod modCrop">
          <ac:chgData name="Phil Henning" userId="4ec6f60b40ba590f" providerId="LiveId" clId="{72BAE738-A8E3-4E42-8E2F-5A6A6315E821}" dt="2025-12-01T20:31:49.984" v="35" actId="732"/>
          <ac:picMkLst>
            <pc:docMk/>
            <pc:sldMk cId="2938812519" sldId="263"/>
            <ac:picMk id="17" creationId="{5C2F52CA-F1B6-A125-425E-2FE3A63E9526}"/>
          </ac:picMkLst>
        </pc:picChg>
        <pc:picChg chg="mod">
          <ac:chgData name="Phil Henning" userId="4ec6f60b40ba590f" providerId="LiveId" clId="{72BAE738-A8E3-4E42-8E2F-5A6A6315E821}" dt="2025-12-01T20:41:28.130" v="118" actId="1076"/>
          <ac:picMkLst>
            <pc:docMk/>
            <pc:sldMk cId="2938812519" sldId="263"/>
            <ac:picMk id="19" creationId="{74833355-C975-EA62-F61B-7167C13AA747}"/>
          </ac:picMkLst>
        </pc:picChg>
        <pc:picChg chg="del">
          <ac:chgData name="Phil Henning" userId="4ec6f60b40ba590f" providerId="LiveId" clId="{72BAE738-A8E3-4E42-8E2F-5A6A6315E821}" dt="2025-12-01T20:33:54.246" v="39" actId="478"/>
          <ac:picMkLst>
            <pc:docMk/>
            <pc:sldMk cId="2938812519" sldId="263"/>
            <ac:picMk id="26" creationId="{08ABBB46-C611-EAA8-5D4C-86FCA6D08741}"/>
          </ac:picMkLst>
        </pc:picChg>
        <pc:picChg chg="add del mod">
          <ac:chgData name="Phil Henning" userId="4ec6f60b40ba590f" providerId="LiveId" clId="{72BAE738-A8E3-4E42-8E2F-5A6A6315E821}" dt="2025-12-01T20:40:29.923" v="113" actId="478"/>
          <ac:picMkLst>
            <pc:docMk/>
            <pc:sldMk cId="2938812519" sldId="263"/>
            <ac:picMk id="27" creationId="{A25F1213-347E-D8B9-7EA7-4CFDD91C114B}"/>
          </ac:picMkLst>
        </pc:picChg>
        <pc:picChg chg="add mod">
          <ac:chgData name="Phil Henning" userId="4ec6f60b40ba590f" providerId="LiveId" clId="{72BAE738-A8E3-4E42-8E2F-5A6A6315E821}" dt="2025-12-01T20:41:34.360" v="120" actId="14100"/>
          <ac:picMkLst>
            <pc:docMk/>
            <pc:sldMk cId="2938812519" sldId="263"/>
            <ac:picMk id="28" creationId="{6F8E64E6-7F4E-0342-906E-110C2F6EC59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C46C9C-9EA6-10F4-B984-4A4D8EA715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991AE-1BC1-9AA5-E429-C5AA85A8B2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B8AD4-D276-4077-8011-C1ABE17C3F44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DB606A-5795-6509-EA4C-5E0CDEED44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F0480-D634-5D01-B895-433EBBDFDB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E2B79-BC19-44C9-803C-BC8656C9C4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993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AEBBD-5D2F-4ED7-989C-B0D0AC68C5C7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F8805-D386-40B5-9845-DC192D7A7F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75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182E-A47E-EE68-54C2-ED62D9751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4ED9D-B6CF-B6BC-1BBF-1559D916B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D8963-6414-4141-30E4-CE090D45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92B49-D425-06B4-94EE-7B2241E4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4C92E-167E-FB1D-A9A0-4121E1A2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4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7ADE6-665A-2962-5050-46DD41E89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D9E585C-6068-C8C1-C25F-28C15765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940E3BB-892E-4E84-E36E-61FA6C2A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B41723-2B94-F9B5-79C9-FE270701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874A33-7D82-543D-0C2D-84F070B6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862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D9053-8793-16EF-4F2B-24CAC420D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1523D-2931-ED8D-657B-F8DCA877B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7C93-C050-5C8D-228C-5EB47A06F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696B-9E1D-D4F3-7C0E-FCE58694B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3D230-984D-98FF-387D-C175AFCE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09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424A-53F5-DB32-C0DD-764B99B6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DE68-2F7E-C412-FC1B-EC3BDA39B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A159D-D0DF-412F-AD82-29900745C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E5C1E-9395-728E-FDFE-44EFF2E7D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0A139-E341-7BA2-C721-E587D661D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94766-6A13-8159-EF4B-FF2BA844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99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00732-E5DF-D3F7-59AE-CB4399D3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2EC10-D85C-738F-198E-50C6C164A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AB1AF-D665-4F7C-88E1-6E52BBB80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C8351B-6581-C566-34C2-0EED95DE4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760F1-4F75-FDF6-4E3F-92059DE50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0BE0F2-5982-FA01-1888-FB4DFA70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05BDC1-A16F-08D1-E78C-3F787E8A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35761-7D72-F8B4-488E-F4F82EFB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134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FB56-7BE6-D976-C687-CD726737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BDD417-D8E4-2FDB-DD41-F4E02DFF5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628D4-A90B-D231-EE04-13927A74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5CE76-36A0-1C48-2AD4-C354EAAE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61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F82638-721B-5D8A-3614-B2F7BB6D5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B6756-35A1-A646-B628-861D51B8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13AE4-DCC2-D345-2A86-DA65101D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96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AAC5C-4D5C-3506-4B77-49CFC91D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7C4C3-C06E-A4D2-5417-E8F6C982A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91053-C561-2E61-F00D-B364C976D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CD6B3-4FD7-A54D-9C9F-F12AE468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D24D1-FFCB-802B-2150-6AF16602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F698F-A56C-D8DC-498F-B44F0874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592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C62E-D8CD-072D-BD99-ED63C8F8C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DF0974-C2FA-780D-A6B4-11C32B378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B67DA-3418-3093-7FF8-0FFA860B1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80DF2-2454-F109-2634-9CC375A4D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9E724-AC29-CD84-69E8-930EC504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1DF3-3E15-D439-79BF-407A3222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00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2F371-50A1-B332-E5B0-DB13C11E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2F736-C900-0A4F-B275-ADBD68DAA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F5571-5B98-6BE8-9ED4-5D8159FD2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D30E3-55C2-3E8C-4E1C-6CA49CF37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0523A-D9A0-8E2A-1418-A157A5F3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76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5F151-7278-2524-1F6D-D7BE051B6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C1A88-E1DE-8C6F-4DD0-47E8DB162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1D31F-0B99-D398-192D-06A54776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0B9D5-952A-403D-CC18-D3EDCBF0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BFE3B-C5B8-F8D6-1499-2068C6F8F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19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7020F-D99D-AFCD-D13C-7A093558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D2646-7FD0-ED3E-703E-29AC24E69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92666-CB5B-DD68-C0BE-A79485157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28E3A-74D3-41D7-A7D6-83FD41198C2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BA2DD-CBFB-377C-1A88-378E12781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B994C-3493-E252-24A5-D7CD5C880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26240-5F8C-4865-9905-F294210786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E0768-5BD6-644C-7E65-01FD809324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10962" y="190500"/>
            <a:ext cx="13922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737373"/>
                </a:solidFill>
                <a:latin typeface="Circular"/>
              </a:rPr>
              <a:t>KCOM Commercial in Confidence</a:t>
            </a:r>
          </a:p>
        </p:txBody>
      </p:sp>
    </p:spTree>
    <p:extLst>
      <p:ext uri="{BB962C8B-B14F-4D97-AF65-F5344CB8AC3E}">
        <p14:creationId xmlns:p14="http://schemas.microsoft.com/office/powerpoint/2010/main" val="2093665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24B57C-B639-9C56-3709-2B93081209D3}"/>
              </a:ext>
            </a:extLst>
          </p:cNvPr>
          <p:cNvSpPr/>
          <p:nvPr/>
        </p:nvSpPr>
        <p:spPr>
          <a:xfrm>
            <a:off x="922903" y="565407"/>
            <a:ext cx="8165677" cy="5727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860926E4-6DE5-B64F-9219-85DF89648651}"/>
              </a:ext>
            </a:extLst>
          </p:cNvPr>
          <p:cNvSpPr/>
          <p:nvPr/>
        </p:nvSpPr>
        <p:spPr>
          <a:xfrm>
            <a:off x="2838947" y="1108362"/>
            <a:ext cx="4680000" cy="4680000"/>
          </a:xfrm>
          <a:prstGeom prst="star16">
            <a:avLst>
              <a:gd name="adj" fmla="val 41283"/>
            </a:avLst>
          </a:prstGeom>
          <a:solidFill>
            <a:srgbClr val="D7232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B42D5-B962-011F-4D99-91DEB13A2744}"/>
              </a:ext>
            </a:extLst>
          </p:cNvPr>
          <p:cNvSpPr txBox="1"/>
          <p:nvPr/>
        </p:nvSpPr>
        <p:spPr>
          <a:xfrm>
            <a:off x="3182909" y="2349588"/>
            <a:ext cx="40105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b="1" dirty="0">
                <a:solidFill>
                  <a:schemeClr val="bg1"/>
                </a:solidFill>
              </a:rPr>
              <a:t>GET IN TOUCH</a:t>
            </a:r>
          </a:p>
        </p:txBody>
      </p:sp>
    </p:spTree>
    <p:extLst>
      <p:ext uri="{BB962C8B-B14F-4D97-AF65-F5344CB8AC3E}">
        <p14:creationId xmlns:p14="http://schemas.microsoft.com/office/powerpoint/2010/main" val="328432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39582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Circular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Brainstorm Services</dc:title>
  <dc:creator>Philip Henning</dc:creator>
  <cp:lastModifiedBy>Phil Henning</cp:lastModifiedBy>
  <cp:revision>13</cp:revision>
  <dcterms:created xsi:type="dcterms:W3CDTF">2023-06-13T15:24:21Z</dcterms:created>
  <dcterms:modified xsi:type="dcterms:W3CDTF">2026-03-26T08:24:06Z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8b509b-beec-49bb-b892-468a46fcb9af_Enabled">
    <vt:lpwstr>true</vt:lpwstr>
  </property>
  <property fmtid="{D5CDD505-2E9C-101B-9397-08002B2CF9AE}" pid="3" name="MSIP_Label_df8b509b-beec-49bb-b892-468a46fcb9af_SetDate">
    <vt:lpwstr>2023-06-13T15:45:09Z</vt:lpwstr>
  </property>
  <property fmtid="{D5CDD505-2E9C-101B-9397-08002B2CF9AE}" pid="4" name="MSIP_Label_df8b509b-beec-49bb-b892-468a46fcb9af_Method">
    <vt:lpwstr>Standard</vt:lpwstr>
  </property>
  <property fmtid="{D5CDD505-2E9C-101B-9397-08002B2CF9AE}" pid="5" name="MSIP_Label_df8b509b-beec-49bb-b892-468a46fcb9af_Name">
    <vt:lpwstr>df8b509b-beec-49bb-b892-468a46fcb9af</vt:lpwstr>
  </property>
  <property fmtid="{D5CDD505-2E9C-101B-9397-08002B2CF9AE}" pid="6" name="MSIP_Label_df8b509b-beec-49bb-b892-468a46fcb9af_SiteId">
    <vt:lpwstr>94604d2a-9b0a-4074-a9b8-88f17a2e86c8</vt:lpwstr>
  </property>
  <property fmtid="{D5CDD505-2E9C-101B-9397-08002B2CF9AE}" pid="7" name="MSIP_Label_df8b509b-beec-49bb-b892-468a46fcb9af_ActionId">
    <vt:lpwstr>b58db154-1255-46c6-8dcf-ca24b38ba7a4</vt:lpwstr>
  </property>
  <property fmtid="{D5CDD505-2E9C-101B-9397-08002B2CF9AE}" pid="8" name="MSIP_Label_df8b509b-beec-49bb-b892-468a46fcb9af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KCOM Commercial in Confidence</vt:lpwstr>
  </property>
</Properties>
</file>